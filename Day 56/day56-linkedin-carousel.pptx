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69494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CLAUDE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UI: Filters &amp; Charts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7863840" cy="2651760"/>
          </a:xfrm>
          <a:prstGeom prst="roundRect">
            <a:avLst>
              <a:gd name="adj" fmla="val 5172"/>
            </a:avLst>
          </a:prstGeom>
          <a:solidFill>
            <a:srgbClr val="2B357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Interactive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56692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filters, live metrics, and 3 reactive charts — all wired to the tested logic from Day 5. Pick a filter, watch everything update instantly.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7040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on the original 10-day plan — no shortcuts today.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and watch it move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6309360"/>
          </a:xfrm>
          <a:prstGeom prst="roundRect">
            <a:avLst>
              <a:gd name="adj" fmla="val 2029"/>
            </a:avLst>
          </a:prstGeom>
          <a:solidFill>
            <a:srgbClr val="10151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2194560" cy="6309360"/>
          </a:xfrm>
          <a:prstGeom prst="roundRect">
            <a:avLst>
              <a:gd name="adj" fmla="val 5833"/>
            </a:avLst>
          </a:prstGeom>
          <a:solidFill>
            <a:srgbClr val="181F2E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1783080"/>
            <a:ext cx="365760" cy="6309360"/>
          </a:xfrm>
          <a:prstGeom prst="rect">
            <a:avLst/>
          </a:prstGeom>
          <a:solidFill>
            <a:srgbClr val="181F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80720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32D42"/>
          </a:solidFill>
          <a:ln w="9525">
            <a:solidFill>
              <a:srgbClr val="3A43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options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63016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32D42"/>
          </a:solidFill>
          <a:ln w="9525">
            <a:solidFill>
              <a:srgbClr val="3A43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30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options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45312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32D42"/>
          </a:solidFill>
          <a:ln w="9525">
            <a:solidFill>
              <a:srgbClr val="3A43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53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options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527608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32D42"/>
          </a:solidFill>
          <a:ln w="9525">
            <a:solidFill>
              <a:srgbClr val="3A4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76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options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58978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B357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897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filters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80360" y="20116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 Insight Explorer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88036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117,508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8036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in selection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dataset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dataset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803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hour of day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5097780"/>
            <a:ext cx="292608" cy="20574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1" name="Shape 29"/>
          <p:cNvSpPr/>
          <p:nvPr/>
        </p:nvSpPr>
        <p:spPr>
          <a:xfrm>
            <a:off x="3246120" y="5056632"/>
            <a:ext cx="292608" cy="246888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2" name="Shape 30"/>
          <p:cNvSpPr/>
          <p:nvPr/>
        </p:nvSpPr>
        <p:spPr>
          <a:xfrm>
            <a:off x="3611880" y="5029200"/>
            <a:ext cx="292608" cy="27432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3" name="Shape 31"/>
          <p:cNvSpPr/>
          <p:nvPr/>
        </p:nvSpPr>
        <p:spPr>
          <a:xfrm>
            <a:off x="3977640" y="4549140"/>
            <a:ext cx="292608" cy="75438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4" name="Shape 32"/>
          <p:cNvSpPr/>
          <p:nvPr/>
        </p:nvSpPr>
        <p:spPr>
          <a:xfrm>
            <a:off x="4343400" y="4096512"/>
            <a:ext cx="292608" cy="1207008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3931920"/>
            <a:ext cx="292608" cy="137160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6" name="Shape 34"/>
          <p:cNvSpPr/>
          <p:nvPr/>
        </p:nvSpPr>
        <p:spPr>
          <a:xfrm>
            <a:off x="5074920" y="4411980"/>
            <a:ext cx="292608" cy="89154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7" name="Shape 35"/>
          <p:cNvSpPr/>
          <p:nvPr/>
        </p:nvSpPr>
        <p:spPr>
          <a:xfrm>
            <a:off x="5440680" y="4754880"/>
            <a:ext cx="292608" cy="54864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by day of week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06440" y="4233672"/>
            <a:ext cx="292608" cy="1069848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40" name="Shape 38"/>
          <p:cNvSpPr/>
          <p:nvPr/>
        </p:nvSpPr>
        <p:spPr>
          <a:xfrm>
            <a:off x="6144768" y="4137660"/>
            <a:ext cx="292608" cy="116586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41" name="Shape 39"/>
          <p:cNvSpPr/>
          <p:nvPr/>
        </p:nvSpPr>
        <p:spPr>
          <a:xfrm>
            <a:off x="6483096" y="4096512"/>
            <a:ext cx="292608" cy="1207008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42" name="Shape 40"/>
          <p:cNvSpPr/>
          <p:nvPr/>
        </p:nvSpPr>
        <p:spPr>
          <a:xfrm>
            <a:off x="6821424" y="4069080"/>
            <a:ext cx="292608" cy="123444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43" name="Shape 41"/>
          <p:cNvSpPr/>
          <p:nvPr/>
        </p:nvSpPr>
        <p:spPr>
          <a:xfrm>
            <a:off x="7159752" y="3931920"/>
            <a:ext cx="292608" cy="137160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44" name="Shape 42"/>
          <p:cNvSpPr/>
          <p:nvPr/>
        </p:nvSpPr>
        <p:spPr>
          <a:xfrm>
            <a:off x="7498080" y="4274820"/>
            <a:ext cx="292608" cy="102870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45" name="Shape 43"/>
          <p:cNvSpPr/>
          <p:nvPr/>
        </p:nvSpPr>
        <p:spPr>
          <a:xfrm>
            <a:off x="7836408" y="4480560"/>
            <a:ext cx="292608" cy="822960"/>
          </a:xfrm>
          <a:prstGeom prst="rect">
            <a:avLst/>
          </a:prstGeom>
          <a:solidFill>
            <a:srgbClr val="6EC1E4"/>
          </a:solidFill>
          <a:ln/>
        </p:spPr>
      </p:sp>
      <p:sp>
        <p:nvSpPr>
          <p:cNvPr id="46" name="Text 44"/>
          <p:cNvSpPr/>
          <p:nvPr/>
        </p:nvSpPr>
        <p:spPr>
          <a:xfrm>
            <a:off x="288036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breakdown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880360" y="5943600"/>
            <a:ext cx="1005840" cy="13716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8" name="Text 46"/>
          <p:cNvSpPr/>
          <p:nvPr/>
        </p:nvSpPr>
        <p:spPr>
          <a:xfrm>
            <a:off x="2788920" y="7360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43400" y="6972300"/>
            <a:ext cx="1005840" cy="342900"/>
          </a:xfrm>
          <a:prstGeom prst="rect">
            <a:avLst/>
          </a:prstGeom>
          <a:solidFill>
            <a:srgbClr val="E0A32E"/>
          </a:solidFill>
          <a:ln/>
        </p:spPr>
      </p:sp>
      <p:sp>
        <p:nvSpPr>
          <p:cNvPr id="50" name="Text 48"/>
          <p:cNvSpPr/>
          <p:nvPr/>
        </p:nvSpPr>
        <p:spPr>
          <a:xfrm>
            <a:off x="4251960" y="7360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06440" y="7287768"/>
            <a:ext cx="10058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2" name="Text 50"/>
          <p:cNvSpPr/>
          <p:nvPr/>
        </p:nvSpPr>
        <p:spPr>
          <a:xfrm>
            <a:off x="5715000" y="7360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880360" y="77266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with Claude as part of the AB Talks 60-Day Claude AI Challenge."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is just wiring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logic was written. Every chart calls a function that was already tested against real data yesterday.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606040"/>
            <a:ext cx="6400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8620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7157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 widgets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91640" y="31089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st.multiselect, st.date_input capture the user's choices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10800000">
            <a:off x="781812" y="3694176"/>
            <a:ext cx="137160" cy="13716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3886200"/>
            <a:ext cx="6400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1422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9959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filter_data()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43891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tested function narrows the dataset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781812" y="4974336"/>
            <a:ext cx="137160" cy="13716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5166360"/>
            <a:ext cx="6400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54223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5276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accidents_by_*()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691640" y="5669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aggregation functions compute chart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10800000">
            <a:off x="781812" y="6254496"/>
            <a:ext cx="137160" cy="13716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6446520"/>
            <a:ext cx="6400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67025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702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91640" y="6556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 charts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691640" y="6949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instantly, no page reload, per Streamlit's reactive model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STRANGE BUG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.gitignore rule that lied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exclusion rule for the raw dataset was sitting right there in .gitignore — correctly spelled, in the right place. Git still refused to honor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237744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DB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check-ignore -v data/raw/....csv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1821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8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(nothing printed — Git says: not ignored)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295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8770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Checked: rule spelling ✓  negation rules ✓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2245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nested .gitignore files ✓  filename match 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visible thing was correct.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8046720" cy="13716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440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corrupted characters inside the file itself — leftover from an earlier paste. Nothing a visual inspection could ever catch.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81228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995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7315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.gitignore entirely from the terminal, bypassing the editor. Clean text in, clean text out.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56 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Interactive. Verified.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 panel: region, date, severity, weather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reactive Plotly charts wired to tested Day 5 logic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25526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row updates live with every filter change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6849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Zero-result state handled gracefully, no broken charts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68172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footer added, repo cleanly excludes non-project files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8046720" cy="1417320"/>
          </a:xfrm>
          <a:prstGeom prst="roundRect">
            <a:avLst>
              <a:gd name="adj" fmla="val 903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6016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57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6355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 map, insights panel, and UI polish — still no deployment yet.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676656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 over speed,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day at a time.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7863840" cy="2331720"/>
          </a:xfrm>
          <a:prstGeom prst="roundRect">
            <a:avLst>
              <a:gd name="adj" fmla="val 5882"/>
            </a:avLst>
          </a:prstGeom>
          <a:solidFill>
            <a:srgbClr val="2B357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5720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   @ABTalksOnAI   @Anil Bajpai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#60DayClaudeChallenge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58064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— Day 57 adds the map and the insights panel.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2026-08-04T21:20:18Z</dcterms:created>
  <dcterms:modified xsi:type="dcterms:W3CDTF">2026-08-04T21:20:18Z</dcterms:modified>
</cp:coreProperties>
</file>