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69494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CLAUDE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 Implementation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7863840" cy="2651760"/>
          </a:xfrm>
          <a:prstGeom prst="roundRect">
            <a:avLst>
              <a:gd name="adj" fmla="val 5172"/>
            </a:avLst>
          </a:prstGeom>
          <a:solidFill>
            <a:srgbClr val="2B357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ETL Pipeline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56692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117,536 raw, messy accident records go in. A clean, analysis-ready dataset comes out — fully decoded, validated, and schema-correct.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7040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today. Just the data pipeline, done right.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CSV to clean Parquet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541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75104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395728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numeric codes → readable labels (Fatal, Rain, Roundabout...)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804672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6301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419856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840480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 → hour, day-of-week, month columns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18304"/>
            <a:ext cx="804672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86460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285232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only rows missing truly critical fields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6163056"/>
            <a:ext cx="804672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6519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6519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6309360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6729984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impossible coordinates and negative values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 retention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 rows dropped out of 117,536 — and only because they were missing genuinely critical fields (date, severity, or coordinates).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87752" cy="1463040"/>
          </a:xfrm>
          <a:prstGeom prst="roundRect">
            <a:avLst>
              <a:gd name="adj" fmla="val 875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117,536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2587752" cy="1463040"/>
          </a:xfrm>
          <a:prstGeom prst="roundRect">
            <a:avLst>
              <a:gd name="adj" fmla="val 875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74320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117,508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34290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606040"/>
            <a:ext cx="2587752" cy="1463040"/>
          </a:xfrm>
          <a:prstGeom prst="roundRect">
            <a:avLst>
              <a:gd name="adj" fmla="val 875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74320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72200" y="34290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nulls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breakdown (decoded from raw codes):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800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4837176"/>
            <a:ext cx="5669280" cy="310896"/>
          </a:xfrm>
          <a:prstGeom prst="roundRect">
            <a:avLst>
              <a:gd name="adj" fmla="val 17647"/>
            </a:avLst>
          </a:prstGeom>
          <a:solidFill>
            <a:srgbClr val="9FD8C4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00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92,432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367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5404104"/>
            <a:ext cx="1436334" cy="310896"/>
          </a:xfrm>
          <a:prstGeom prst="roundRect">
            <a:avLst>
              <a:gd name="adj" fmla="val 17647"/>
            </a:avLst>
          </a:prstGeom>
          <a:solidFill>
            <a:srgbClr val="F4C978"/>
          </a:solidFill>
          <a:ln/>
        </p:spPr>
      </p:sp>
      <p:sp>
        <p:nvSpPr>
          <p:cNvPr id="20" name="Text 18"/>
          <p:cNvSpPr/>
          <p:nvPr/>
        </p:nvSpPr>
        <p:spPr>
          <a:xfrm>
            <a:off x="3585174" y="5367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934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11680" y="5971032"/>
            <a:ext cx="137160" cy="310896"/>
          </a:xfrm>
          <a:prstGeom prst="roundRect">
            <a:avLst>
              <a:gd name="adj" fmla="val 40000"/>
            </a:avLst>
          </a:prstGeom>
          <a:solidFill>
            <a:srgbClr val="E38686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5934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72084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67208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here was guessed — every category code maps to the UK Department for Transport's official STATS19 standard.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command, full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4937760"/>
          </a:xfrm>
          <a:prstGeom prst="roundRect">
            <a:avLst>
              <a:gd name="adj" fmla="val 2593"/>
            </a:avLst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8046720" cy="411480"/>
          </a:xfrm>
          <a:prstGeom prst="roundRect">
            <a:avLst>
              <a:gd name="adj" fmla="val 31111"/>
            </a:avLst>
          </a:prstGeom>
          <a:solidFill>
            <a:srgbClr val="11182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7510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97510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97510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DB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src/data_cleaning.py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7157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raw data from: data/raw/road_safety_accidents_2019.csv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0083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Loaded 117,536 rows, 32 columns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3009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Dropped 28 rows missing critical fields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5935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Filtered 0 rows with invalid coordinates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1788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4714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 SUMMARY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7640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50566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before cleaning: 117,536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after cleaning:  117,508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56418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DB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kept: 100.0%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59344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 range: 0.0 to 23.0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62270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6519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DB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cleaned dataset to: data/processed/cleaned_accidents.parquet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54 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done. Data trusted.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src/data_cleaning.py built and verified end-to-end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cleaned_accidents.parquet matches the Day 2 schema exactly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25526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STATS19 codes decoded into readable categories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6849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day_of_week, month derived and validated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68172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committed and pushed to GitHub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8046720" cy="1417320"/>
          </a:xfrm>
          <a:prstGeom prst="roundRect">
            <a:avLst>
              <a:gd name="adj" fmla="val 903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6016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55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6355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insights engine — turning clean data into plain-language findings.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676656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 first,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features next.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7863840" cy="2331720"/>
          </a:xfrm>
          <a:prstGeom prst="roundRect">
            <a:avLst>
              <a:gd name="adj" fmla="val 5882"/>
            </a:avLst>
          </a:prstGeom>
          <a:solidFill>
            <a:srgbClr val="2B357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5720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   @ABTalksOnAI   @Anil Bajpai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#60DayClaudeChallenge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58064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— Day 55 turns this data into real insights.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2026-08-03T19:23:33Z</dcterms:created>
  <dcterms:modified xsi:type="dcterms:W3CDTF">2026-08-03T19:23:33Z</dcterms:modified>
</cp:coreProperties>
</file>