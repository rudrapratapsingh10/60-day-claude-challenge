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· 60-DAY CLAUDE AI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</a:t>
            </a:r>
            <a:endParaRPr lang="en-US" sz="4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10-day capstone, built start to finish with Claude — now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26333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117,508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mapped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457200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26333F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4800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88920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Days, start to ship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457200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26333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4800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v1.0.1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74920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release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open-source dashboard for exploring UK road accident data — built end-to-end with Claude as a coding partner.</a:t>
            </a:r>
            <a:endParaRPr lang="en-US" sz="1250" dirty="0"/>
          </a:p>
        </p:txBody>
      </p:sp>
      <p:pic>
        <p:nvPicPr>
          <p:cNvPr id="15" name="Image 0" descr="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75320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824788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github.com/RudraPratapSingh10/road-accident-explorer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accident data into clear answers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117,508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road accidents analyzed, from the 2019 STATS19 dataset (Open Government Licence).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0" y="219456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dashboard that lets anyone explore where, when, and why road accidents happen — no spreadsheets or SQL required. Every line, from data cleaning to the interactive map, was built together with Claude.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2980" y="4846320"/>
            <a:ext cx="548640" cy="54864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8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497433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83180" y="4846320"/>
            <a:ext cx="548640" cy="54864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11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196" y="49743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183380" y="4846320"/>
            <a:ext cx="548640" cy="54864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14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49743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0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783580" y="4846320"/>
            <a:ext cx="548640" cy="54864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17" name="Image 3" descr="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497433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any combination — the app handles the rest.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8549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UK Department for Transport — Road Safety Data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tools, real production practices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10996" y="2057400"/>
            <a:ext cx="822960" cy="8229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164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35584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1548" y="2057400"/>
            <a:ext cx="822960" cy="8229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9" name="Image 1" descr="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225856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87752" y="301752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679192" y="335584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framework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72100" y="2057400"/>
            <a:ext cx="822960" cy="8229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13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68" y="225856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18304" y="301752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09744" y="335584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110996" y="4389120"/>
            <a:ext cx="822960" cy="8229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17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164" y="459028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534924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568756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41548" y="4389120"/>
            <a:ext cx="822960" cy="8229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21" name="Image 4" descr="icons/githu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716" y="45902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587752" y="534924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2679192" y="568756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372100" y="4389120"/>
            <a:ext cx="822960" cy="8229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25" name="Image 5" descr="icons/cp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3268" y="4590288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18304" y="5349240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4809744" y="568756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57200" y="6766560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1C2833"/>
          </a:solidFill>
          <a:ln/>
        </p:spPr>
      </p:sp>
      <p:sp>
        <p:nvSpPr>
          <p:cNvPr id="29" name="Text 21"/>
          <p:cNvSpPr/>
          <p:nvPr/>
        </p:nvSpPr>
        <p:spPr>
          <a:xfrm>
            <a:off x="457200" y="67665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free-tier tools — no paid APIs, no paid hosting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 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Treated like it ships to real users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594360" cy="59436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5" name="Image 0" descr="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86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13055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Hunting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2532888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QA pass across every filter combination and page state.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474720"/>
            <a:ext cx="594360" cy="59436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9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4564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LICENSE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3858768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injection risks; added an MIT license for reuse.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594360" cy="59436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13" name="Image 2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9377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7823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Check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5184648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map rendering at 15,000 points for smooth scrolling.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6126480"/>
            <a:ext cx="594360" cy="59436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17" name="Image 3" descr="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2636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61081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Versioned Releases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80160" y="6510528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v1.0.0 launch, then a v1.0.1 patch after live testing.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real bugs, caught before launch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64008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6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C28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221992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icon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59152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22402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5623560" y="224028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50876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filters did nothing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re-rendered the page, but widgets kept their last values — clicking Reset visibly changed nothing.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160520"/>
            <a:ext cx="64008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6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C28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4416552"/>
            <a:ext cx="594360" cy="594360"/>
          </a:xfrm>
          <a:prstGeom prst="ellipse">
            <a:avLst/>
          </a:prstGeom>
          <a:solidFill>
            <a:srgbClr val="E0A32E"/>
          </a:solidFill>
          <a:ln/>
        </p:spPr>
      </p:sp>
      <p:pic>
        <p:nvPicPr>
          <p:cNvPr id="13" name="Image 1" descr="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53712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23560" y="44348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0A32E"/>
          </a:solidFill>
          <a:ln/>
        </p:spPr>
      </p:sp>
      <p:sp>
        <p:nvSpPr>
          <p:cNvPr id="15" name="Text 11"/>
          <p:cNvSpPr/>
          <p:nvPr/>
        </p:nvSpPr>
        <p:spPr>
          <a:xfrm>
            <a:off x="5623560" y="44348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508760" y="4361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colors were unreliable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85800" y="512064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scale relied on exact duplicate coordinates, so smaller selections looked washed out or maxed-out.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6355080"/>
            <a:ext cx="64008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6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C2833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6611112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2" descr="icons/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748272"/>
            <a:ext cx="320040" cy="3200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623560" y="66294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2" name="Text 17"/>
          <p:cNvSpPr/>
          <p:nvPr/>
        </p:nvSpPr>
        <p:spPr>
          <a:xfrm>
            <a:off x="5623560" y="66294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508760" y="6556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 showed numeric codes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85800" y="731520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authority codes displayed instead of real district names — traced back to a Day 4 assumption.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data your way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30632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E6E6E4"/>
            </a:solidFill>
            <a:prstDash val="solid"/>
          </a:ln>
          <a:effectLst>
            <a:outerShdw sx="100000" sy="100000" kx="0" ky="0" algn="bl" rotWithShape="0" blurRad="88900" dist="25400" dir="5400000">
              <a:srgbClr val="1C28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331720"/>
            <a:ext cx="594360" cy="5943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6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 Map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34472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density map reveals where accidents cluster most.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94760" y="2057400"/>
            <a:ext cx="30632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E6E6E4"/>
            </a:solidFill>
            <a:prstDash val="solid"/>
          </a:ln>
          <a:effectLst>
            <a:outerShdw sx="100000" sy="100000" kx="0" ky="0" algn="bl" rotWithShape="0" blurRad="88900" dist="25400" dir="5400000">
              <a:srgbClr val="1C28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69080" y="2331720"/>
            <a:ext cx="594360" cy="5943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11" name="Image 1" descr="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468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Filters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069080" y="34472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by region, date, severity, and weather instantly.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4663440"/>
            <a:ext cx="30632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E6E6E4"/>
            </a:solidFill>
            <a:prstDash val="solid"/>
          </a:ln>
          <a:effectLst>
            <a:outerShdw sx="100000" sy="100000" kx="0" ky="0" algn="bl" rotWithShape="0" blurRad="88900" dist="25400" dir="5400000">
              <a:srgbClr val="1C28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4937760"/>
            <a:ext cx="594360" cy="5943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16" name="Image 2" descr="icons/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749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5669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Charts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31520" y="605332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patterns by hour of day and day of week.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794760" y="4663440"/>
            <a:ext cx="30632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E6E6E4"/>
            </a:solidFill>
            <a:prstDash val="solid"/>
          </a:ln>
          <a:effectLst>
            <a:outerShdw sx="100000" sy="100000" kx="0" ky="0" algn="bl" rotWithShape="0" blurRad="88900" dist="25400" dir="5400000">
              <a:srgbClr val="1C28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069080" y="4937760"/>
            <a:ext cx="594360" cy="594360"/>
          </a:xfrm>
          <a:prstGeom prst="ellipse">
            <a:avLst/>
          </a:prstGeom>
          <a:solidFill>
            <a:srgbClr val="1C2833"/>
          </a:solidFill>
          <a:ln/>
        </p:spPr>
      </p:sp>
      <p:pic>
        <p:nvPicPr>
          <p:cNvPr id="21" name="Image 3" descr="icons/ms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50749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69080" y="5669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Insights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4069080" y="605332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 generated from your current view.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→ Day 10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0" cy="5669280"/>
          </a:xfrm>
          <a:prstGeom prst="line">
            <a:avLst/>
          </a:prstGeom>
          <a:noFill/>
          <a:ln w="25400">
            <a:solidFill>
              <a:srgbClr val="D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218541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0299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22677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project planning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3816" y="281533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6598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8976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documentation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" y="344525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289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2755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filters built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" y="407517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91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41574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visualizations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3816" y="470509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549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47873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engine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3816" y="533501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179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54173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13816" y="596493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58094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60472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complete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13816" y="659485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64394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667715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bug fixes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13816" y="7224776"/>
            <a:ext cx="201168" cy="20116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7069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34440" y="73070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Streamlit Cloud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58952" y="7799832"/>
            <a:ext cx="310896" cy="310896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4440" y="7699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34440" y="79369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License, release, and portfolio docs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use, no login required — filter 117,508 real UK road accidents and see the patterns for yourself.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6400800" cy="0"/>
          </a:xfrm>
          <a:prstGeom prst="line">
            <a:avLst/>
          </a:prstGeom>
          <a:noFill/>
          <a:ln w="12700">
            <a:solidFill>
              <a:srgbClr val="3A46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805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i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“10 days. One project.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i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Claude.”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6309360"/>
            <a:ext cx="6400800" cy="0"/>
          </a:xfrm>
          <a:prstGeom prst="line">
            <a:avLst/>
          </a:prstGeom>
          <a:noFill/>
          <a:ln w="12700">
            <a:solidFill>
              <a:srgbClr val="3A4652"/>
            </a:solidFill>
            <a:prstDash val="solid"/>
          </a:ln>
        </p:spPr>
      </p:sp>
      <p:pic>
        <p:nvPicPr>
          <p:cNvPr id="8" name="Image 0" descr="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7665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6748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link below</a:t>
            </a:r>
            <a:endParaRPr lang="en-US" sz="1300" dirty="0"/>
          </a:p>
        </p:txBody>
      </p:sp>
      <p:pic>
        <p:nvPicPr>
          <p:cNvPr id="10" name="Image 1" descr="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8181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779983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github.com/RudraPratapSingh10/road-accident-explorer</a:t>
            </a:r>
            <a:endParaRPr lang="en-US" sz="1000" dirty="0"/>
          </a:p>
        </p:txBody>
      </p:sp>
      <p:pic>
        <p:nvPicPr>
          <p:cNvPr id="12" name="Image 2" descr="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18388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" y="816559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road-accident-explorer-auna7myd9rnabtzduzheru.streamlit.app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2026-08-08T18:50:03Z</dcterms:created>
  <dcterms:modified xsi:type="dcterms:W3CDTF">2026-08-08T18:50:03Z</dcterms:modified>
</cp:coreProperties>
</file>