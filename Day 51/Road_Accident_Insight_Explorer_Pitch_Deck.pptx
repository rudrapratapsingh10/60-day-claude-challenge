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4A3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· DATA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Explorer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messy accident data into insight anyone can explore — no SQL, no dashboards, no training required.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1005840" cy="0"/>
          </a:xfrm>
          <a:prstGeom prst="line">
            <a:avLst/>
          </a:prstGeom>
          <a:noFill/>
          <a:ln w="38100">
            <a:solidFill>
              <a:srgbClr val="F4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—  10-Day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data holds life-saving patterns — but almost no one can actually get to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822960" cy="8229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icons_F4A300_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51688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by Nature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codes, missing values, and mixed formats bury the real patterns inside the raw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331720"/>
            <a:ext cx="822960" cy="8229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1" name="Image 1" descr="icons_F4A300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46" y="251688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Behind Tools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80560" y="38862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answers require SQL, Power BI, or Excel skills that most planners, officers, and citizens don't have.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2331720"/>
            <a:ext cx="822960" cy="82296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6" name="Image 2" descr="icons_F4A300_fil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606" y="251688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as Reports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046720" y="38862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PDFs and dashboards only answer the questions the analyst thought to ask — never the ones you have.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least technical serious user in the room — so everyone above them can use it too.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1472184" y="2331720"/>
            <a:ext cx="822960" cy="8229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6" name="Image 0" descr="icons_FFFFFF_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251688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3832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/ Traffic Planner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spot high-risk zones and times to prioritize road interventions.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01168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1B2430"/>
          </a:solidFill>
          <a:ln/>
        </p:spPr>
      </p:sp>
      <p:sp>
        <p:nvSpPr>
          <p:cNvPr id="10" name="Shape 7"/>
          <p:cNvSpPr/>
          <p:nvPr/>
        </p:nvSpPr>
        <p:spPr>
          <a:xfrm>
            <a:off x="4215384" y="2331720"/>
            <a:ext cx="822960" cy="8229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1" name="Image 1" descr="icons_FFFFFF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51688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3832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Analyst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397764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quick answers on where and when to increase patrols.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01168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1B2430"/>
          </a:solidFill>
          <a:ln/>
        </p:spPr>
      </p:sp>
      <p:sp>
        <p:nvSpPr>
          <p:cNvPr id="15" name="Shape 11"/>
          <p:cNvSpPr/>
          <p:nvPr/>
        </p:nvSpPr>
        <p:spPr>
          <a:xfrm>
            <a:off x="6958584" y="2331720"/>
            <a:ext cx="822960" cy="8229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6" name="Image 2" descr="icons_FFFFFF_gradc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251688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33832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/ Researcher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09360" y="397764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explore accident data for coursework without writing SQL.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9680" y="2011680"/>
            <a:ext cx="2487168" cy="3291840"/>
          </a:xfrm>
          <a:prstGeom prst="roundRect">
            <a:avLst>
              <a:gd name="adj" fmla="val 4412"/>
            </a:avLst>
          </a:prstGeom>
          <a:solidFill>
            <a:srgbClr val="1B2430"/>
          </a:solidFill>
          <a:ln/>
        </p:spPr>
      </p:sp>
      <p:sp>
        <p:nvSpPr>
          <p:cNvPr id="20" name="Shape 15"/>
          <p:cNvSpPr/>
          <p:nvPr/>
        </p:nvSpPr>
        <p:spPr>
          <a:xfrm>
            <a:off x="9701784" y="2331720"/>
            <a:ext cx="822960" cy="8229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21" name="Image 3" descr="icons_FFFFFF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950" y="2516886"/>
            <a:ext cx="452628" cy="4526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338328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Curious Citizen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52560" y="3977640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an accessible way to understand road safety nearby.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v1.0 persona: the non-technical planner-adjacent user — not a fellow analyst.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web app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turns raw road accident data into a living, explorable experience — open a link, apply a filter, and instantly see where, when, and why accidents happen.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80390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11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SQL. No Power BI license. No training needed.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439826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instead of static reports — explore your own questions.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99262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800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insights generated automatically as you filter.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5486400" cy="4937760"/>
          </a:xfrm>
          <a:prstGeom prst="roundRect">
            <a:avLst>
              <a:gd name="adj" fmla="val 2593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26313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224028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4" name="Image 0" descr="icons_FFFFFF_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5130" y="236601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6948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spreadsheet / SQL query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rows, technical fields, no story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0" y="3246120"/>
            <a:ext cx="3383280" cy="109728"/>
          </a:xfrm>
          <a:prstGeom prst="rect">
            <a:avLst/>
          </a:prstGeom>
          <a:solidFill>
            <a:srgbClr val="3A4657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3429000"/>
            <a:ext cx="2560320" cy="109728"/>
          </a:xfrm>
          <a:prstGeom prst="rect">
            <a:avLst/>
          </a:prstGeom>
          <a:solidFill>
            <a:srgbClr val="3A4657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0" y="3977640"/>
            <a:ext cx="4754880" cy="1965960"/>
          </a:xfrm>
          <a:prstGeom prst="roundRect">
            <a:avLst>
              <a:gd name="adj" fmla="val 4651"/>
            </a:avLst>
          </a:prstGeom>
          <a:solidFill>
            <a:srgbClr val="F4A300"/>
          </a:solidFill>
          <a:ln/>
        </p:spPr>
      </p:sp>
      <p:sp>
        <p:nvSpPr>
          <p:cNvPr id="20" name="Shape 17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1" name="Image 1" descr="icons_F4A300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4377690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6948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"62% of accidents here happen 5–8 PM"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269480" y="4663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insight, anyone can read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62940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Instant. Visual. Zero technical skill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v1.0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capabilities, working together, shipped as one deployed product.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5044" y="2286000"/>
            <a:ext cx="777240" cy="7772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6" name="Image 0" descr="icons_FFFFFF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923" y="24608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Filter Panel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931920"/>
            <a:ext cx="2084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location, date/time, severity, and weather — combine freely.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38244" y="2286000"/>
            <a:ext cx="777240" cy="7772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1" name="Image 1" descr="icons_FFFFFF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123" y="24608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29184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 Map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3931920"/>
            <a:ext cx="2084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accidents concentrate, geographically.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81444" y="2286000"/>
            <a:ext cx="777240" cy="7772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6" name="Image 2" descr="icons_FFFFFF_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323" y="24608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29184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Charts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3931920"/>
            <a:ext cx="2084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Time-of-day, day-of-week, and severity breakdowns, all reactive.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9680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24644" y="2286000"/>
            <a:ext cx="777240" cy="77724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21" name="Image 3" descr="icons_FFFFFF_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523" y="246087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329184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Insights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70848" y="3931920"/>
            <a:ext cx="2084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findings that update live as filters change.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free-to-run data pipeline feeding one deployed interactive app — no paid services anywhere in the chain.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423160"/>
            <a:ext cx="731520" cy="7315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icons_1B2430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5877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road accident dataset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63240" y="30175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749040" y="214884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1B2430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423160"/>
            <a:ext cx="731520" cy="7315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2" name="Image 1" descr="icons_1B2430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5877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Process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88620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data-cleaning pipeline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035040" y="30175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720840" y="214884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1B2430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0" y="2423160"/>
            <a:ext cx="731520" cy="7315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8" name="Image 2" descr="icons_1B2430_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25877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App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85800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dashboard app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06840" y="30175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692640" y="214884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1B2430"/>
          </a:solidFill>
          <a:ln/>
        </p:spPr>
      </p:sp>
      <p:sp>
        <p:nvSpPr>
          <p:cNvPr id="23" name="Shape 18"/>
          <p:cNvSpPr/>
          <p:nvPr/>
        </p:nvSpPr>
        <p:spPr>
          <a:xfrm>
            <a:off x="10469880" y="2423160"/>
            <a:ext cx="731520" cy="7315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4" name="Image 3" descr="icons_1B2430_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258775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298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Deployment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82980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public, shareable URL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77240" y="5029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applied: Python · pandas · SQL/analytical thinking carried over directly from prior data-warehousing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v1.0 — to protect a real, deployed product over an unfinished ambitious 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822960" cy="8229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6" name="Image 0" descr="icons_FFFFFF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51688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Risk Modeling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high-risk zones and times using machine learning on historical patterns.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331720"/>
            <a:ext cx="822960" cy="8229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1" name="Image 1" descr="icons_FFFFFF_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46" y="251688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Data Feeds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480560" y="39776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traffic/incident feeds instead of a static dataset.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0" y="196596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2331720"/>
            <a:ext cx="822960" cy="82296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6" name="Image 2" descr="icons_FFFFFF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606" y="251688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Multi-Region Datasets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46720" y="39776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multiple cities or countries for comparative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E5C7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F4A3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57800" y="914400"/>
            <a:ext cx="1005840" cy="10058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5" name="Image 0" descr="icons_1B2430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260" y="11658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48840"/>
            <a:ext cx="9418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road safety decision</a:t>
            </a:r>
            <a:endParaRPr lang="en-US" sz="30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start with a question</a:t>
            </a:r>
            <a:endParaRPr lang="en-US" sz="30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ask.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94560" y="4114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Insight Explorer is the first step: proving that safety data becomes safety action the moment it's actually explorable.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23560" y="5212080"/>
            <a:ext cx="914400" cy="0"/>
          </a:xfrm>
          <a:prstGeom prst="line">
            <a:avLst/>
          </a:prstGeom>
          <a:noFill/>
          <a:ln w="38100">
            <a:solidFill>
              <a:srgbClr val="F4A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2026-07-31T18:18:53Z</dcterms:created>
  <dcterms:modified xsi:type="dcterms:W3CDTF">2026-07-31T18:18:53Z</dcterms:modified>
</cp:coreProperties>
</file>