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69494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Refinement &amp; UX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863840" cy="2651760"/>
          </a:xfrm>
          <a:prstGeom prst="roundRect">
            <a:avLst>
              <a:gd name="adj" fmla="val 5172"/>
            </a:avLst>
          </a:prstGeom>
          <a:solidFill>
            <a:srgbClr val="2B35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Feature-Complete MVP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hotspot map, an insights panel, and a full UX polish pass — every planned v1.0 feature is now implemented, wired, and verified end-to-end.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7040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free. Still no API keys. Still local, by design.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HOTSPOT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dots to a heatmap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attempt: scattered blue markers. Didn't read as a “hotspot” map at all — fixed with a proper heat gradient.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EAF0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329184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35661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320040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374904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40233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338328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429768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393192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44805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457200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475488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9377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521208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4640" y="512064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53949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3566160"/>
            <a:ext cx="128016" cy="128016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2423160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1B171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3657600"/>
            <a:ext cx="1371600" cy="13716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9320" y="3886200"/>
            <a:ext cx="914400" cy="91440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5160" y="4846320"/>
            <a:ext cx="822960" cy="82296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4983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5120640"/>
            <a:ext cx="640080" cy="64008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0" y="3200400"/>
            <a:ext cx="548640" cy="54864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66751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675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YlOrRd color scale + larger radius = clusters visually blend into heat, exactly what “hotspot” implies.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POLISH PASS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finished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0253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585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+ teal brand identity, not default Streamlit dark mode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912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063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everywhere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4472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has a ? icon explaining what it does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3799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51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error states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360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on load, friendly message if data ever fails to load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5686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empty state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8247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filters now point the user to Reset, not just a warning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65379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67574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6757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6629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 this data" section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70134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license, and methodology, builds trust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 PANEL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that explains itself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tested insight functions, now visible on screen — no new logic written today, just wiring.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1B2A5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selection contains 117,508 accidents.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260604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1B2A55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6060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accidents in this selection occurred between 3 PM and 6 PM.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1B2A5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has the highest number of accidents in this selection (19,050, 16% of the total).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402336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1B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40233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of accidents in this selection resulted in a Fatal or Serious injury.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804672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852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here traces back to a manually-verified pandas calculation from Day 5. Nothing is guessed.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57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MVP, feature-complete.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map: filter-reactive, no API key, proper heat gradient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panel wired to tested Day 5 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5526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theme, tooltips, loading and error states added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6849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"About this data" trust section added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68172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manual click-through tested with zero broken states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8046720" cy="1417320"/>
          </a:xfrm>
          <a:prstGeom prst="roundRect">
            <a:avLst>
              <a:gd name="adj" fmla="val 90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016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58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testing day — breaking it on purpose, before anyone else can.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76656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 works.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break it on purpose.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2331720"/>
          </a:xfrm>
          <a:prstGeom prst="roundRect">
            <a:avLst>
              <a:gd name="adj" fmla="val 5882"/>
            </a:avLst>
          </a:prstGeom>
          <a:solidFill>
            <a:srgbClr val="2B35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   @ABTalksOnAI   @Anil Bajpai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5806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— Day 58 is testing day, before deployment on Day 59.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2026-08-05T08:50:45Z</dcterms:created>
  <dcterms:modified xsi:type="dcterms:W3CDTF">2026-08-05T08:50:45Z</dcterms:modified>
</cp:coreProperties>
</file>