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280160"/>
            <a:ext cx="3840480" cy="38404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694944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CLAUDE CHALLENGE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53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Setup &amp; Foundation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7863840" cy="2651760"/>
          </a:xfrm>
          <a:prstGeom prst="roundRect">
            <a:avLst>
              <a:gd name="adj" fmla="val 5172"/>
            </a:avLst>
          </a:prstGeom>
          <a:solidFill>
            <a:srgbClr val="2B357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51663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Accident Insight Explorer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5669280"/>
            <a:ext cx="722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design docs to a real, running app: environment configured, real dataset acquired, and the first working version live on localhost.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70408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zero features. Just a rock-solid foundation.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CONFIRMED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zero to running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04672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57984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57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947672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 + venv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91640" y="2404872"/>
            <a:ext cx="6720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isolated Python environment just for this project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82696"/>
            <a:ext cx="804672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6576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3447288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Python extension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691640" y="3904488"/>
            <a:ext cx="6720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with real syntax support and debugging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782312"/>
            <a:ext cx="804672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5157216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157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4946904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1.60, pandas 2.2.3, plotly 6.9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91640" y="5404104"/>
            <a:ext cx="6720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exact versions in requirements.txt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6281928"/>
            <a:ext cx="804672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665683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6656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91640" y="6446520"/>
            <a:ext cx="672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secrets, zero API keys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691640" y="6903720"/>
            <a:ext cx="6720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login, no database, no external calls — nothing to configure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117,536 real accidents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Road Safety Data — Accidents 2019, sourced from the UK Department for Transport via Kaggle, under the Open Government Licence.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587752" cy="1554480"/>
          </a:xfrm>
          <a:prstGeom prst="roundRect">
            <a:avLst>
              <a:gd name="adj" fmla="val 8235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0"/>
            <a:ext cx="2587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117,536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3520440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records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2606040"/>
            <a:ext cx="2587752" cy="1554480"/>
          </a:xfrm>
          <a:prstGeom prst="roundRect">
            <a:avLst>
              <a:gd name="adj" fmla="val 8235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2743200"/>
            <a:ext cx="2587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29000" y="3520440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of detail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2606040"/>
            <a:ext cx="2587752" cy="1554480"/>
          </a:xfrm>
          <a:prstGeom prst="roundRect">
            <a:avLst>
              <a:gd name="adj" fmla="val 8235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2743200"/>
            <a:ext cx="2587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&lt;0.1%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172200" y="3520440"/>
            <a:ext cx="2313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in key fields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that matter for the app: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E1EFF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892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/ Longitude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91840" y="489204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E1EFFA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4892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0" y="489204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E1EFFA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4892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550408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E1EFF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5504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91840" y="5550408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E1EFFA"/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55504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Type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35040" y="5550408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E1EFFA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555040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Casualties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6446520"/>
            <a:ext cx="8046720" cy="123444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644652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quirk found early: severity and weather are stored as numeric codes, not text. Flagged for tomorrow's cleaning step — no surprises.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CHECKPOINT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runs. End to end.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“Hello World” proves every piece of the stack talks to every other piece — before a single real feature gets built.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8046720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E3E7EE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514600"/>
            <a:ext cx="8046720" cy="457200"/>
          </a:xfrm>
          <a:prstGeom prst="roundRect">
            <a:avLst>
              <a:gd name="adj" fmla="val 28000"/>
            </a:avLst>
          </a:prstGeom>
          <a:solidFill>
            <a:srgbClr val="EDEFF3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679192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2679192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2679192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localhost:8501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Accident Insight Explorer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checkpoint — foundation verification, not the real app yet.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4400" y="4251960"/>
            <a:ext cx="7315200" cy="594360"/>
          </a:xfrm>
          <a:prstGeom prst="roundRect">
            <a:avLst>
              <a:gd name="adj" fmla="val 12308"/>
            </a:avLst>
          </a:prstGeom>
          <a:solidFill>
            <a:srgbClr val="E1F5EE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2519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Dataset loaded successfully: 117,536 rows, 32 columns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5074920"/>
            <a:ext cx="1426464" cy="365760"/>
          </a:xfrm>
          <a:prstGeom prst="rect">
            <a:avLst/>
          </a:prstGeom>
          <a:solidFill>
            <a:srgbClr val="F1F3F7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0749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Accident_Index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40864" y="5074920"/>
            <a:ext cx="1426464" cy="365760"/>
          </a:xfrm>
          <a:prstGeom prst="rect">
            <a:avLst/>
          </a:prstGeom>
          <a:solidFill>
            <a:srgbClr val="F1F3F7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40864" y="50749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67328" y="5074920"/>
            <a:ext cx="1426464" cy="365760"/>
          </a:xfrm>
          <a:prstGeom prst="rect">
            <a:avLst/>
          </a:prstGeom>
          <a:solidFill>
            <a:srgbClr val="F1F3F7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67328" y="50749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93792" y="5074920"/>
            <a:ext cx="1426464" cy="365760"/>
          </a:xfrm>
          <a:prstGeom prst="rect">
            <a:avLst/>
          </a:prstGeom>
          <a:solidFill>
            <a:srgbClr val="F1F3F7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93792" y="50749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20256" y="5074920"/>
            <a:ext cx="1426464" cy="365760"/>
          </a:xfrm>
          <a:prstGeom prst="rect">
            <a:avLst/>
          </a:prstGeom>
          <a:solidFill>
            <a:srgbClr val="F1F3F7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0256" y="5074920"/>
            <a:ext cx="1426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4400" y="5440680"/>
            <a:ext cx="1426464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44068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A00119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340864" y="5440680"/>
            <a:ext cx="1426464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40864" y="544068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767328" y="5440680"/>
            <a:ext cx="1426464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67328" y="544068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18/02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93792" y="5440680"/>
            <a:ext cx="1426464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93792" y="544068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17:50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20256" y="5440680"/>
            <a:ext cx="1426464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0256" y="544068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14400" y="5769864"/>
            <a:ext cx="1426464" cy="329184"/>
          </a:xfrm>
          <a:prstGeom prst="rect">
            <a:avLst/>
          </a:prstGeom>
          <a:solidFill>
            <a:srgbClr val="FAFBFD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5769864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A00120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340864" y="5769864"/>
            <a:ext cx="1426464" cy="329184"/>
          </a:xfrm>
          <a:prstGeom prst="rect">
            <a:avLst/>
          </a:prstGeom>
          <a:solidFill>
            <a:srgbClr val="FAFBFD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40864" y="5769864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767328" y="5769864"/>
            <a:ext cx="1426464" cy="329184"/>
          </a:xfrm>
          <a:prstGeom prst="rect">
            <a:avLst/>
          </a:prstGeom>
          <a:solidFill>
            <a:srgbClr val="FAFBFD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67328" y="5769864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15/01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193792" y="5769864"/>
            <a:ext cx="1426464" cy="329184"/>
          </a:xfrm>
          <a:prstGeom prst="rect">
            <a:avLst/>
          </a:prstGeom>
          <a:solidFill>
            <a:srgbClr val="FAFBFD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93792" y="5769864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21:45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620256" y="5769864"/>
            <a:ext cx="1426464" cy="329184"/>
          </a:xfrm>
          <a:prstGeom prst="rect">
            <a:avLst/>
          </a:prstGeom>
          <a:solidFill>
            <a:srgbClr val="FAFBFD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0256" y="5769864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4400" y="6099048"/>
            <a:ext cx="1426464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" y="6099048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A00121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340864" y="6099048"/>
            <a:ext cx="1426464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40864" y="6099048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767328" y="6099048"/>
            <a:ext cx="1426464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67328" y="6099048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01/01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193792" y="6099048"/>
            <a:ext cx="1426464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93792" y="6099048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01:50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620256" y="6099048"/>
            <a:ext cx="1426464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20256" y="6099048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53 DELIVERABLES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done. No debt.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828800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fully configured — Python, VS Code, virtual environment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8775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2542032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installed and pinned in requirements.txt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009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3255264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dataset acquired, validated, and placed in the project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1421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3968496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config.py wired in for the rest of the build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72744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4681728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“Hello World” Streamlit app running end-to-end, zero errors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806440"/>
            <a:ext cx="8046720" cy="1417320"/>
          </a:xfrm>
          <a:prstGeom prst="roundRect">
            <a:avLst>
              <a:gd name="adj" fmla="val 9032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60167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— DAY 54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6355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real ETL pipeline — raw data becomes clean, analysis-ready data.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023360" cy="402336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6766560"/>
            <a:ext cx="4023360" cy="40233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77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Boring infrastructure,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exciting features tomorrow.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7863840" cy="2331720"/>
          </a:xfrm>
          <a:prstGeom prst="roundRect">
            <a:avLst>
              <a:gd name="adj" fmla="val 5882"/>
            </a:avLst>
          </a:prstGeom>
          <a:solidFill>
            <a:srgbClr val="2B357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5720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@Anthropic   @ABTalksOnAI   @Anil Bajpai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51663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#60DayClaudeChallenge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580644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— Day 54 starts building the actual data pipeline.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8732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2026-08-03T18:47:27Z</dcterms:created>
  <dcterms:modified xsi:type="dcterms:W3CDTF">2026-08-03T18:47:27Z</dcterms:modified>
</cp:coreProperties>
</file>