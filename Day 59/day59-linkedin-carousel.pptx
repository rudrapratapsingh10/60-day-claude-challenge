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69494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59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Production Readiness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863840" cy="2651760"/>
          </a:xfrm>
          <a:prstGeom prst="roundRect">
            <a:avLst>
              <a:gd name="adj" fmla="val 5172"/>
            </a:avLst>
          </a:prstGeom>
          <a:solidFill>
            <a:srgbClr val="2B35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Live.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Insight Explorer is now on the public internet — no install, no signup, just a link. Free hosting, zero ongoing cost.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7040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days from empty repo to public URL.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open this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5029200"/>
          </a:xfrm>
          <a:prstGeom prst="roundRect">
            <a:avLst>
              <a:gd name="adj" fmla="val 2545"/>
            </a:avLst>
          </a:prstGeom>
          <a:solidFill>
            <a:srgbClr val="10151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8046720" cy="548640"/>
          </a:xfrm>
          <a:prstGeom prst="roundRect">
            <a:avLst>
              <a:gd name="adj" fmla="val 23333"/>
            </a:avLst>
          </a:prstGeom>
          <a:solidFill>
            <a:srgbClr val="181F2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29968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029968"/>
            <a:ext cx="137160" cy="13716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2029968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1947672"/>
            <a:ext cx="6766560" cy="347472"/>
          </a:xfrm>
          <a:prstGeom prst="roundRect">
            <a:avLst>
              <a:gd name="adj" fmla="val 21053"/>
            </a:avLst>
          </a:prstGeom>
          <a:solidFill>
            <a:srgbClr val="0B0F17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476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road-accident-explorer-auna7myd9rnabtzduzheru.streamlit.app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 Insight Explorer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road accident patterns by location, time, severity, and weather.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in selection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dataset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7315200" cy="1600200"/>
          </a:xfrm>
          <a:prstGeom prst="roundRect">
            <a:avLst>
              <a:gd name="adj" fmla="val 5714"/>
            </a:avLst>
          </a:prstGeom>
          <a:solidFill>
            <a:srgbClr val="1B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029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"25% of accidents occurred between 3 PM and 6 PM."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577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"Friday has the highest number of accidents (16% of the total)."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6629400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3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6629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as part of the AB Talks 60-Day Claude AI Challenge.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BUG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at “Resolved 45 packages”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hung indefinitely, twice, with zero error message — just silence.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6090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0632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defaulted to Python 3.14 — released after our pinned pandas version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40782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 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runtime.txt (the "standard" fix) was silently ignored — a known current platform bug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669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49554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897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stuck deployment, redeploy, explicitly select Python 3.13 in Advanced Settings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73152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73152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bugs don't show up in your editor. They only show up in production — which is exactly why this day exists.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passing isn't enough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was re-verified on the live URL — not assumed to work just because it worked locally.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(region, date, severity, weather) tested live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names render correctly (not the old numeric codes)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 renders on the cloud environment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8006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panel matches local output exactly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57784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visible on the public deployment, as required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Shipped. For real.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Streamlit Community Cloud, free hosting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bug found and fixed (Python version mismatch)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5526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fully re-tested and verified end-to-end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6849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rewritten with the public link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68172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known bugs remaining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8046720" cy="1417320"/>
          </a:xfrm>
          <a:prstGeom prst="roundRect">
            <a:avLst>
              <a:gd name="adj" fmla="val 90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016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60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day. Polish, docs, and submission — not more building.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76656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days of building.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 left to polish it.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2331720"/>
          </a:xfrm>
          <a:prstGeom prst="roundRect">
            <a:avLst>
              <a:gd name="adj" fmla="val 5882"/>
            </a:avLst>
          </a:prstGeom>
          <a:solidFill>
            <a:srgbClr val="2B35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   @ABTalksOnAI   @Anil Bajpai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5806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link in the project repo. Day 60 wraps the challenge.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2026-08-07T05:26:55Z</dcterms:created>
  <dcterms:modified xsi:type="dcterms:W3CDTF">2026-08-07T05:26:55Z</dcterms:modified>
</cp:coreProperties>
</file>